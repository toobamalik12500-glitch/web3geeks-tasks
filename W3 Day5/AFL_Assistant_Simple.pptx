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 Assistant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Material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AI &amp; Data Science Internship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77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Full AFL Assistant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Chat, Retrieval, Prediction and Evaluation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383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9476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of this project was to build an AFL Assistant that can answer AFL-related questions, provide team information, make predictions, and maintain conversation context.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the Assistant Do?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515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basic AFL factual questions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team and head-to-head information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match winners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player performance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previous conversation messages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unrelated questions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basic prompt injection attempts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simple FastAPI endpoint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Flow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  →  Intent Check  →  Retrieval / Prediction / Direct Answer  →  Final Response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77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Components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10515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— manages the workflow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Tools — provide team and head-to-head data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— provide match and player predictions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 — stores previous messages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provides the chat API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— keep the assistant focused on AFL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created 25 test cases in four categories.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73152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600200"/>
                <a:gridCol w="16002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Factual Q&amp;A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 Sanity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Guardrails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Multi-turn Conversation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3840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Finding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251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weakest category was Scope Guardrails. One cricket-related question was incorrectly allowed because the system used a general keyword such as "win".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stricter AFL-specific keywords and checking instead of general words.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demonstrate four examples: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Factual Question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"What is a mark in AFL?"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Match Prediction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80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"Predict Adelaide Crows vs Hawthorn Hawks."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00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provides a prediction with the disclaimer: "This is a predicted probability, not a certainty."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794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Off-topic Question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160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"What is the weather today?"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480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should block the request because it is not AFL-related.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Multi-turn Conversation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1: "Who will win Adelaide Crows vs Hawthorn Hawks?"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2: "What about their recent form?"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demonstrates that previous conversation messages can be stored and continued.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and Limitations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916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latency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error rate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Off-topic leak rate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accuracy changes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63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747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depends on available match data.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are not certain results.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Keyword-based guardrails can have edge cases.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Gemini testing was limited by API key and quota availability.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FastAPI implementation is a basic prototype.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6235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AFL-specific guardrails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data updates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evaluation cases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model retraining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live LLM integration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15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developed an AFL Assistant prototype.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combines factual Q&amp;A, retrieval, prediction, conversation memory, guardrails, and FastAPI.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evaluated the system using 25 test cases.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evaluation tests passed.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guardrails were identified as the main area for improvement.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2026-09-18T11:49:35Z</dcterms:created>
  <dcterms:modified xsi:type="dcterms:W3CDTF">2026-09-18T11:49:35Z</dcterms:modified>
</cp:coreProperties>
</file>